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CDB54-8B5D-4BD3-9B67-866DDC0F24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F634-F0E9-4520-97B3-6DA93B13DFC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CDB54-8B5D-4BD3-9B67-866DDC0F24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F634-F0E9-4520-97B3-6DA93B13D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CDB54-8B5D-4BD3-9B67-866DDC0F24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F634-F0E9-4520-97B3-6DA93B13DFC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CDB54-8B5D-4BD3-9B67-866DDC0F24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F634-F0E9-4520-97B3-6DA93B13D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CDB54-8B5D-4BD3-9B67-866DDC0F24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F634-F0E9-4520-97B3-6DA93B13D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CDB54-8B5D-4BD3-9B67-866DDC0F24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F634-F0E9-4520-97B3-6DA93B13D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CDB54-8B5D-4BD3-9B67-866DDC0F24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F634-F0E9-4520-97B3-6DA93B13D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CDB54-8B5D-4BD3-9B67-866DDC0F24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F634-F0E9-4520-97B3-6DA93B13D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CDB54-8B5D-4BD3-9B67-866DDC0F24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0C5F634-F0E9-4520-97B3-6DA93B13DFC1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CDB54-8B5D-4BD3-9B67-866DDC0F24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F634-F0E9-4520-97B3-6DA93B13D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CDB54-8B5D-4BD3-9B67-866DDC0F24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5F634-F0E9-4520-97B3-6DA93B13DFC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C2CDB54-8B5D-4BD3-9B67-866DDC0F2432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0C5F634-F0E9-4520-97B3-6DA93B13DFC1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Student Management </a:t>
            </a:r>
            <a:br>
              <a:rPr lang="en-US" sz="3600" dirty="0" smtClean="0"/>
            </a:br>
            <a:r>
              <a:rPr lang="en-US" sz="3600" dirty="0" smtClean="0"/>
              <a:t>Data Analysis(</a:t>
            </a:r>
            <a:r>
              <a:rPr lang="en-US" sz="3600" dirty="0" err="1" smtClean="0"/>
              <a:t>SQl</a:t>
            </a:r>
            <a:r>
              <a:rPr lang="en-US" sz="3600" dirty="0"/>
              <a:t> </a:t>
            </a:r>
            <a:r>
              <a:rPr lang="en-US" sz="3600" dirty="0" smtClean="0"/>
              <a:t>Project)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dirty="0" smtClean="0"/>
          </a:p>
          <a:p>
            <a:pPr algn="r"/>
            <a:r>
              <a:rPr lang="en-US" dirty="0" smtClean="0"/>
              <a:t>By Mo Yasir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 Query 1: Show All Student Details</a:t>
            </a:r>
            <a:endParaRPr lang="en-US" sz="3200" dirty="0"/>
          </a:p>
        </p:txBody>
      </p:sp>
      <p:pic>
        <p:nvPicPr>
          <p:cNvPr id="1026" name="Picture 2" descr="C:\Users\Sistech Computer\Desktop\Screenshot 2026-05-21 152353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981200"/>
            <a:ext cx="2368550" cy="609600"/>
          </a:xfrm>
          <a:prstGeom prst="rect">
            <a:avLst/>
          </a:prstGeom>
          <a:noFill/>
        </p:spPr>
      </p:pic>
      <p:pic>
        <p:nvPicPr>
          <p:cNvPr id="1027" name="Picture 3" descr="C:\Users\Sistech Computer\Desktop\Screenshot 2026-05-21 15260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3006559"/>
            <a:ext cx="8153400" cy="28608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Query 2</a:t>
            </a:r>
            <a:r>
              <a:rPr lang="en-US" sz="3200" dirty="0" smtClean="0"/>
              <a:t>: Average Score in Each Subject</a:t>
            </a:r>
            <a:endParaRPr lang="en-US" sz="3200" dirty="0"/>
          </a:p>
        </p:txBody>
      </p:sp>
      <p:pic>
        <p:nvPicPr>
          <p:cNvPr id="2050" name="Picture 2" descr="C:\Users\Sistech Computer\Desktop\Screenshot 2026-05-21 152814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2286000"/>
            <a:ext cx="4368800" cy="1206500"/>
          </a:xfrm>
          <a:prstGeom prst="rect">
            <a:avLst/>
          </a:prstGeom>
          <a:noFill/>
        </p:spPr>
      </p:pic>
      <p:pic>
        <p:nvPicPr>
          <p:cNvPr id="2051" name="Picture 3" descr="C:\Users\Sistech Computer\Desktop\NEW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4267200"/>
            <a:ext cx="6350000" cy="11811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US" sz="3600" dirty="0" smtClean="0"/>
              <a:t>Query 3: Top Performer (Highest Total Score</a:t>
            </a:r>
            <a:r>
              <a:rPr lang="en-US" sz="3600" dirty="0" smtClean="0"/>
              <a:t>)</a:t>
            </a:r>
            <a:endParaRPr lang="en-US" sz="3600" dirty="0"/>
          </a:p>
        </p:txBody>
      </p:sp>
      <p:pic>
        <p:nvPicPr>
          <p:cNvPr id="3074" name="Picture 2" descr="C:\Users\Sistech Computer\Desktop\N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2057400"/>
            <a:ext cx="5715000" cy="2330450"/>
          </a:xfrm>
          <a:prstGeom prst="rect">
            <a:avLst/>
          </a:prstGeom>
          <a:noFill/>
        </p:spPr>
      </p:pic>
      <p:pic>
        <p:nvPicPr>
          <p:cNvPr id="3075" name="Picture 3" descr="C:\Users\Sistech Computer\Desktop\NN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438400" y="5105400"/>
            <a:ext cx="6496050" cy="730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Query 4: Count Students Per Grade</a:t>
            </a:r>
            <a:endParaRPr lang="en-US" sz="3200" dirty="0"/>
          </a:p>
        </p:txBody>
      </p:sp>
      <p:pic>
        <p:nvPicPr>
          <p:cNvPr id="4098" name="Picture 2" descr="C:\Users\Sistech Computer\Desktop\Screenshot 2026-05-21 153426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09800"/>
            <a:ext cx="4953000" cy="1981200"/>
          </a:xfrm>
          <a:prstGeom prst="rect">
            <a:avLst/>
          </a:prstGeom>
          <a:noFill/>
        </p:spPr>
      </p:pic>
      <p:pic>
        <p:nvPicPr>
          <p:cNvPr id="4099" name="Picture 3" descr="C:\Users\Sistech Computer\Desktop\Screenshot 2026-05-21 15352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4572000"/>
            <a:ext cx="3124200" cy="1752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Query 5: Average Score by Gender</a:t>
            </a:r>
            <a:endParaRPr lang="en-US" sz="3200" dirty="0"/>
          </a:p>
        </p:txBody>
      </p:sp>
      <p:pic>
        <p:nvPicPr>
          <p:cNvPr id="5122" name="Picture 2" descr="C:\Users\Sistech Computer\Desktop\Screenshot 2026-05-21 153806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2057400"/>
            <a:ext cx="5778500" cy="1739900"/>
          </a:xfrm>
          <a:prstGeom prst="rect">
            <a:avLst/>
          </a:prstGeom>
          <a:noFill/>
        </p:spPr>
      </p:pic>
      <p:pic>
        <p:nvPicPr>
          <p:cNvPr id="5123" name="Picture 3" descr="C:\Users\Sistech Computer\Desktop\Screenshot 2026-05-21 153836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4343400"/>
            <a:ext cx="5651954" cy="863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Query 6: Students with </a:t>
            </a:r>
            <a:r>
              <a:rPr lang="en-US" sz="3200" dirty="0" err="1" smtClean="0"/>
              <a:t>MathScore</a:t>
            </a:r>
            <a:r>
              <a:rPr lang="en-US" sz="3200" dirty="0" smtClean="0"/>
              <a:t> &gt; 80</a:t>
            </a:r>
            <a:endParaRPr lang="en-US" sz="3200" dirty="0"/>
          </a:p>
        </p:txBody>
      </p:sp>
      <p:pic>
        <p:nvPicPr>
          <p:cNvPr id="6146" name="Picture 2" descr="C:\Users\Sistech Computer\Desktop\Screenshot 2026-05-21 154050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209800"/>
            <a:ext cx="3200400" cy="2541494"/>
          </a:xfrm>
          <a:prstGeom prst="rect">
            <a:avLst/>
          </a:prstGeom>
          <a:noFill/>
        </p:spPr>
      </p:pic>
      <p:pic>
        <p:nvPicPr>
          <p:cNvPr id="6147" name="Picture 3" descr="C:\Users\Sistech Computer\Desktop\Screenshot 2026-05-21 15411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3124200"/>
            <a:ext cx="3714750" cy="269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Query 7: Update a Student's Grade</a:t>
            </a:r>
            <a:endParaRPr lang="en-US" sz="3200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2362200"/>
            <a:ext cx="3124636" cy="962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3657600"/>
            <a:ext cx="8686800" cy="30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50</TotalTime>
  <Words>61</Words>
  <Application>Microsoft Office PowerPoint</Application>
  <PresentationFormat>On-screen Show (4:3)</PresentationFormat>
  <Paragraphs>10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Flow</vt:lpstr>
      <vt:lpstr>Student Management  Data Analysis(SQl Project)</vt:lpstr>
      <vt:lpstr> Query 1: Show All Student Details</vt:lpstr>
      <vt:lpstr>Query 2: Average Score in Each Subject</vt:lpstr>
      <vt:lpstr> Query 3: Top Performer (Highest Total Score)</vt:lpstr>
      <vt:lpstr>Query 4: Count Students Per Grade</vt:lpstr>
      <vt:lpstr>Query 5: Average Score by Gender</vt:lpstr>
      <vt:lpstr>Query 6: Students with MathScore &gt; 80</vt:lpstr>
      <vt:lpstr>Query 7: Update a Student's Grade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 Data Analysis(SQl Project)</dc:title>
  <dc:creator>Sistech Computer</dc:creator>
  <cp:lastModifiedBy>Sistech Computer</cp:lastModifiedBy>
  <cp:revision>5</cp:revision>
  <dcterms:created xsi:type="dcterms:W3CDTF">2026-05-21T09:43:56Z</dcterms:created>
  <dcterms:modified xsi:type="dcterms:W3CDTF">2026-05-21T10:34:53Z</dcterms:modified>
</cp:coreProperties>
</file>